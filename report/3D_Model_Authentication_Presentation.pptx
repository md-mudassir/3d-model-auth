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5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6AF00-9F25-D2B4-A91D-36766641A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44A05C-80F0-FB7D-1DA0-401691195C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56CA3-FAB1-12CE-2E39-DDD8D9B4E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9AAA1-78B1-D93E-0836-1A9679DC4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0E0B8-7A0F-11D6-AA64-5B264BF07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36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A306C-13D1-8FE2-D87E-F15CC7604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E9131-6DAF-F4E0-F22B-E9B20E946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1623B-C238-2173-5452-A3522BA3A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EF98D-7B6D-3DE5-ECFC-AFB9C6F11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B9970-923E-6292-30A0-7CE6A6FC5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23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7F020-6709-9661-C430-7CE3CF67F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5B1A5-08D5-95A7-047D-72C423382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979E5-48AD-4742-6480-533AC1FA1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DE587-4480-F0E6-B5F2-6BD14E6AF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97AB0-97FB-2E93-7623-404ACAB33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252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B47DC-40F1-3B6B-01FB-6F9505377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FAD56-8390-D6C0-3934-A9443074A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9107F-6462-A4A5-8900-B11B15681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4C394-DDE8-4975-4811-B16B10CB9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04E28-20DC-D2A8-96B7-28F4E8CD2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1246D-581B-8AD2-8655-8E9711EAE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4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DCF0-BDE9-4B8E-1929-860053EE6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1DC1D-26FB-E1B3-D174-F65780460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E3681-85D4-DD96-F9C7-187341AA4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6CF215-689C-13C9-C309-26D296F023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068586-0C41-B819-0221-67EA0CE23C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058326-6A47-21B6-E265-F5CEAF0DA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5E25C5-D862-3584-2931-4EBA3BF13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34C39B-ED7B-6E15-89DD-53FE57F1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93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99393-8B8A-4D23-660B-7F85A2942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3C1C5E-87C1-50A4-F8E9-6631A8E2F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196548-4E5B-9C3B-6AEE-1FF88C083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4808A9-38CA-6915-77ED-E3531860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913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878E00-7A39-39EB-EBD8-5B5707E9D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D60132-6F83-EC74-3997-1C869895E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FCEAB-8356-71C0-2A4D-2A3F3A14E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759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ADDAB-F908-11AE-1432-3A8299C63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FD37C-C6D1-6F3F-6BC5-A07B16104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34D01-E3BA-0C20-DD3B-B97E62BAF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AAE8C-720D-0E81-6E57-793FB9271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56834-09A5-75AA-B0F6-21EE28FA0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1EB94-BC58-211A-706F-18287149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2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5F12-A9FB-3D7A-1CCC-D877296DD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9D8294-9B5B-2A29-C5B7-D2D1C1B897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23E55-A466-F6E3-AE78-3ED5D5B2D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47925-C5B3-B1A8-2D71-A48BAE25C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CB263-E8FD-468B-D58F-8D96325D7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8D7DB-0F62-E4AC-03D5-15DCA952A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389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1F66E-9BEB-AF87-2CAD-A1199AA1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894A32-296D-CE57-4684-CAA1BA22A6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1D896-FC8E-0599-2D55-6C704CE19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EF6FA-24FF-F15B-F3B4-992DA2927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9881F-7EDF-890B-10E8-25E1B69D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22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00333D-7CA2-F4EB-B693-C0187EEF1B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F25CB-5E26-62C0-9878-A8E7AAFDC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00CEB-B880-B11F-F0EF-C9C90D04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00B79-05B1-F94C-64EB-E9237DD3E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6F961-38E6-B8B3-CB36-44A665162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729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AD0217-5C0B-2D39-828B-B43BE25E6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B260B-2FAF-FA44-7AFE-E4C5BBC64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03E4F-D041-5839-15AB-1231401351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A05F0-5618-B4D1-3BDD-814AFF043F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D53AD-9A2D-638C-A546-B8867A246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440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3D Model Digital Signature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9329" y="3200400"/>
            <a:ext cx="7805342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rPr dirty="0"/>
              <a:t>Using Steganographic Authentication &amp; RSA Cryptography</a:t>
            </a:r>
            <a:endParaRPr lang="en-US" dirty="0"/>
          </a:p>
          <a:p>
            <a:pPr algn="ctr">
              <a:defRPr sz="2400">
                <a:solidFill>
                  <a:srgbClr val="4472C4"/>
                </a:solidFill>
              </a:defRPr>
            </a:pPr>
            <a:endParaRPr lang="en-US" dirty="0"/>
          </a:p>
          <a:p>
            <a:pPr algn="ctr">
              <a:defRPr sz="2400">
                <a:solidFill>
                  <a:srgbClr val="4472C4"/>
                </a:solidFill>
              </a:defRPr>
            </a:pPr>
            <a:r>
              <a:rPr lang="en-US" dirty="0"/>
              <a:t>By Mohammed Mudassir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F4E79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 in 3D Content Protection</a:t>
            </a:r>
          </a:p>
          <a:p>
            <a:pPr lvl="1">
              <a:defRPr sz="2000"/>
            </a:pPr>
            <a:r>
              <a:t>Piracy &amp; Unauthorized Distribution</a:t>
            </a:r>
          </a:p>
          <a:p>
            <a:pPr lvl="1">
              <a:defRPr sz="2000"/>
            </a:pPr>
            <a:r>
              <a:t>Loss of Artist Attribution</a:t>
            </a:r>
          </a:p>
          <a:p>
            <a:pPr lvl="1">
              <a:defRPr sz="2000"/>
            </a:pPr>
            <a:r>
              <a:t>Difficulty Detecting Tampering</a:t>
            </a:r>
          </a:p>
          <a:p>
            <a:pPr lvl="1">
              <a:defRPr sz="2000"/>
            </a:pPr>
            <a:r>
              <a:t>No Reliable Authentication Method</a:t>
            </a:r>
          </a:p>
          <a:p>
            <a:pPr lvl="1">
              <a:defRPr sz="2000" i="1">
                <a:solidFill>
                  <a:srgbClr val="4472C4"/>
                </a:solidFill>
              </a:defRPr>
            </a:pPr>
            <a:r>
              <a:t>Need for embedded, tamper-resistant signatures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>
                <a:solidFill>
                  <a:srgbClr val="1F4E79"/>
                </a:solidFill>
              </a:defRPr>
            </a:pPr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rPr dirty="0"/>
              <a:t>Digital Signature + Steganography</a:t>
            </a:r>
          </a:p>
          <a:p>
            <a:pPr lvl="1">
              <a:defRPr sz="2000"/>
            </a:pPr>
            <a:r>
              <a:rPr dirty="0"/>
              <a:t>RSA Cryptography (2048-bit keys)</a:t>
            </a:r>
          </a:p>
          <a:p>
            <a:pPr lvl="2">
              <a:defRPr sz="1800"/>
            </a:pPr>
            <a:r>
              <a:rPr dirty="0"/>
              <a:t>Generate unique digital signatures for each artist</a:t>
            </a:r>
          </a:p>
          <a:p>
            <a:pPr lvl="1">
              <a:defRPr sz="2000"/>
            </a:pPr>
            <a:r>
              <a:rPr dirty="0"/>
              <a:t>Vertex-Level Steganography</a:t>
            </a:r>
          </a:p>
          <a:p>
            <a:pPr lvl="2">
              <a:defRPr sz="1800"/>
            </a:pPr>
            <a:r>
              <a:rPr dirty="0"/>
              <a:t>Embed signatures in 3D model geometry (LSB manipulation)</a:t>
            </a:r>
          </a:p>
          <a:p>
            <a:pPr lvl="1">
              <a:defRPr sz="2000"/>
            </a:pPr>
            <a:r>
              <a:rPr dirty="0"/>
              <a:t>Artist Attribution System</a:t>
            </a:r>
          </a:p>
          <a:p>
            <a:pPr lvl="2">
              <a:defRPr sz="1800"/>
            </a:pPr>
            <a:r>
              <a:rPr dirty="0"/>
              <a:t>Database-backed profiles with metadata embedding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5C913E2-BA1D-71C2-F3D4-0998C5C92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F4E79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 b="1"/>
            </a:pPr>
            <a:r>
              <a:t>🔐 Tamper-Resistant Signatures</a:t>
            </a:r>
          </a:p>
          <a:p>
            <a:pPr lvl="1">
              <a:defRPr sz="1600"/>
            </a:pPr>
            <a:r>
              <a:t>Distributed across multiple vertices</a:t>
            </a:r>
          </a:p>
          <a:p>
            <a:pPr>
              <a:defRPr sz="1800" b="1"/>
            </a:pPr>
            <a:r>
              <a:t>👨‍🎨 Multi-Artist Support</a:t>
            </a:r>
          </a:p>
          <a:p>
            <a:pPr lvl="1">
              <a:defRPr sz="1600"/>
            </a:pPr>
            <a:r>
              <a:t>Unique cryptographic identity per artist</a:t>
            </a:r>
          </a:p>
          <a:p>
            <a:pPr>
              <a:defRPr sz="1800" b="1"/>
            </a:pPr>
            <a:r>
              <a:t>🚫 Re-Signing Prevention</a:t>
            </a:r>
          </a:p>
          <a:p>
            <a:pPr lvl="1">
              <a:defRPr sz="1600"/>
            </a:pPr>
            <a:r>
              <a:t>Protects original artist attribution</a:t>
            </a:r>
          </a:p>
          <a:p>
            <a:pPr>
              <a:defRPr sz="1800" b="1"/>
            </a:pPr>
            <a:r>
              <a:t>✅ Signature Verification</a:t>
            </a:r>
          </a:p>
          <a:p>
            <a:pPr lvl="1">
              <a:defRPr sz="1600"/>
            </a:pPr>
            <a:r>
              <a:t>Detect unauthorized modifications</a:t>
            </a:r>
          </a:p>
          <a:p>
            <a:pPr>
              <a:defRPr sz="1800" b="1"/>
            </a:pPr>
            <a:r>
              <a:t>🎨 Visual Quality Preservation</a:t>
            </a:r>
          </a:p>
          <a:p>
            <a:pPr lvl="1">
              <a:defRPr sz="1600"/>
            </a:pPr>
            <a:r>
              <a:t>Imperceptible changes to geometry</a:t>
            </a:r>
          </a:p>
          <a:p>
            <a:pPr>
              <a:defRPr sz="1800" b="1"/>
            </a:pPr>
            <a:r>
              <a:t>💾 Database-Backed</a:t>
            </a:r>
          </a:p>
          <a:p>
            <a:pPr lvl="1">
              <a:defRPr sz="1600"/>
            </a:pPr>
            <a:r>
              <a:t>Persistent artist profiles in SQLite</a:t>
            </a:r>
          </a:p>
          <a:p>
            <a:pPr>
              <a:defRPr sz="1800" b="1"/>
            </a:pPr>
            <a:r>
              <a:t>🖥️ Interactive 3D Viewer</a:t>
            </a:r>
          </a:p>
          <a:p>
            <a:pPr lvl="1">
              <a:defRPr sz="1600"/>
            </a:pPr>
            <a:r>
              <a:t>Black background, white models, enhanced lighting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>
                <a:solidFill>
                  <a:srgbClr val="1F4E79"/>
                </a:solidFill>
              </a:defRPr>
            </a:pPr>
            <a: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Technology Stack</a:t>
            </a:r>
          </a:p>
          <a:p>
            <a:pPr lvl="1">
              <a:defRPr sz="1800"/>
            </a:pPr>
            <a:r>
              <a:t>Python 3.8+: Core implementation language</a:t>
            </a:r>
          </a:p>
          <a:p>
            <a:pPr lvl="1">
              <a:defRPr sz="1800"/>
            </a:pPr>
            <a:r>
              <a:t>Streamlit: Web application framework</a:t>
            </a:r>
          </a:p>
          <a:p>
            <a:pPr lvl="1">
              <a:defRPr sz="1800"/>
            </a:pPr>
            <a:r>
              <a:t>cryptography library: RSA-PSS with SHA-256</a:t>
            </a:r>
          </a:p>
          <a:p>
            <a:pPr lvl="1">
              <a:defRPr sz="1800"/>
            </a:pPr>
            <a:r>
              <a:t>SQLite: Artist profile database</a:t>
            </a:r>
          </a:p>
          <a:p>
            <a:pPr lvl="1">
              <a:defRPr sz="1800"/>
            </a:pPr>
            <a:r>
              <a:t>Three.js: 3D model visualization</a:t>
            </a:r>
          </a:p>
          <a:p>
            <a:pPr lvl="1">
              <a:defRPr sz="1800"/>
            </a:pPr>
            <a:r>
              <a:t>OBJ Format: Widely-supported 3D file format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>
                <a:solidFill>
                  <a:srgbClr val="1F4E79"/>
                </a:solidFill>
              </a:defRPr>
            </a:pPr>
            <a:r>
              <a:t>Steganographic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 b="1">
                <a:solidFill>
                  <a:srgbClr val="4472C4"/>
                </a:solidFill>
              </a:defRPr>
            </a:pPr>
            <a:r>
              <a:t>Embedding Process</a:t>
            </a:r>
          </a:p>
          <a:p>
            <a:pPr lvl="1">
              <a:defRPr sz="1800"/>
            </a:pPr>
            <a:r>
              <a:t>1. Parse OBJ file and identify all vertices</a:t>
            </a:r>
          </a:p>
          <a:p>
            <a:pPr lvl="1">
              <a:defRPr sz="1800"/>
            </a:pPr>
            <a:r>
              <a:t>2. Convert signature to binary representation</a:t>
            </a:r>
          </a:p>
          <a:p>
            <a:pPr lvl="1">
              <a:defRPr sz="1800"/>
            </a:pPr>
            <a:r>
              <a:t>3. Split each byte into four 2-bit pairs</a:t>
            </a:r>
          </a:p>
          <a:p>
            <a:pPr lvl="1">
              <a:defRPr sz="1800"/>
            </a:pPr>
            <a:r>
              <a:t>4. Modify z-coordinates using LSB manipulation</a:t>
            </a:r>
          </a:p>
          <a:p>
            <a:pPr lvl="1">
              <a:defRPr sz="1800"/>
            </a:pPr>
            <a:r>
              <a:t>5. Embed artist metadata in Base64 format</a:t>
            </a:r>
          </a:p>
          <a:p>
            <a:pPr lvl="1">
              <a:defRPr sz="1800"/>
            </a:pPr>
            <a:r>
              <a:t>6. Add authentication marker to file header</a:t>
            </a:r>
          </a:p>
          <a:p>
            <a:pPr>
              <a:defRPr sz="1800" i="1">
                <a:solidFill>
                  <a:srgbClr val="4472C4"/>
                </a:solidFill>
              </a:defRPr>
            </a:pPr>
            <a:r>
              <a:t>Extraction: Reverse process to reconstruct signature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F4E79"/>
                </a:solidFill>
              </a:defRPr>
            </a:pPr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 b="1"/>
            </a:pPr>
            <a:r>
              <a:t>Multi-Layer Protection</a:t>
            </a:r>
          </a:p>
          <a:p>
            <a:pPr lvl="1">
              <a:defRPr sz="1800" b="1">
                <a:solidFill>
                  <a:srgbClr val="4472C4"/>
                </a:solidFill>
              </a:defRPr>
            </a:pPr>
            <a:r>
              <a:t>Cryptographic Integrity</a:t>
            </a:r>
          </a:p>
          <a:p>
            <a:pPr lvl="2">
              <a:defRPr sz="1600"/>
            </a:pPr>
            <a:r>
              <a:t>RSA-PSS with 2048-bit keys, SHA-256 hashing</a:t>
            </a:r>
          </a:p>
          <a:p>
            <a:pPr lvl="1">
              <a:defRPr sz="1800" b="1">
                <a:solidFill>
                  <a:srgbClr val="4472C4"/>
                </a:solidFill>
              </a:defRPr>
            </a:pPr>
            <a:r>
              <a:t>Tamper Detection</a:t>
            </a:r>
          </a:p>
          <a:p>
            <a:pPr lvl="2">
              <a:defRPr sz="1600"/>
            </a:pPr>
            <a:r>
              <a:t>Signature verification detects any modifications</a:t>
            </a:r>
          </a:p>
          <a:p>
            <a:pPr lvl="1">
              <a:defRPr sz="1800" b="1">
                <a:solidFill>
                  <a:srgbClr val="4472C4"/>
                </a:solidFill>
              </a:defRPr>
            </a:pPr>
            <a:r>
              <a:t>Re-Signing Prevention</a:t>
            </a:r>
          </a:p>
          <a:p>
            <a:pPr lvl="2">
              <a:defRPr sz="1600"/>
            </a:pPr>
            <a:r>
              <a:t>Blocks attempts to override existing signatures</a:t>
            </a:r>
          </a:p>
          <a:p>
            <a:pPr lvl="1">
              <a:defRPr sz="1800" b="1">
                <a:solidFill>
                  <a:srgbClr val="4472C4"/>
                </a:solidFill>
              </a:defRPr>
            </a:pPr>
            <a:r>
              <a:t>Artist Verification</a:t>
            </a:r>
          </a:p>
          <a:p>
            <a:pPr lvl="2">
              <a:defRPr sz="1600"/>
            </a:pPr>
            <a:r>
              <a:t>Embedded metadata confirms original creator</a:t>
            </a:r>
          </a:p>
          <a:p>
            <a:pPr lvl="1">
              <a:defRPr sz="1800" b="1">
                <a:solidFill>
                  <a:srgbClr val="4472C4"/>
                </a:solidFill>
              </a:defRPr>
            </a:pPr>
            <a:r>
              <a:t>Duplicate Prevention</a:t>
            </a:r>
          </a:p>
          <a:p>
            <a:pPr lvl="2">
              <a:defRPr sz="1600"/>
            </a:pPr>
            <a:r>
              <a:t>No duplicate artist names in registry</a:t>
            </a:r>
          </a:p>
          <a:p>
            <a:pPr lvl="1">
              <a:defRPr sz="1800" b="1">
                <a:solidFill>
                  <a:srgbClr val="4472C4"/>
                </a:solidFill>
              </a:defRPr>
            </a:pPr>
            <a:r>
              <a:t>Distributed Storage</a:t>
            </a:r>
          </a:p>
          <a:p>
            <a:pPr lvl="2">
              <a:defRPr sz="1600"/>
            </a:pPr>
            <a:r>
              <a:t>Signature spread across multiple vertices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>
                <a:solidFill>
                  <a:srgbClr val="1F4E79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 b="1">
                <a:solidFill>
                  <a:srgbClr val="4472C4"/>
                </a:solidFill>
              </a:defRPr>
            </a:pPr>
            <a:r>
              <a:t>Achievements</a:t>
            </a:r>
          </a:p>
          <a:p>
            <a:pPr lvl="1">
              <a:defRPr sz="1800"/>
            </a:pPr>
            <a:r>
              <a:t>✓ Robust authentication system for 3D models</a:t>
            </a:r>
          </a:p>
          <a:p>
            <a:pPr lvl="1">
              <a:defRPr sz="1800"/>
            </a:pPr>
            <a:r>
              <a:t>✓ Imperceptible steganographic embedding</a:t>
            </a:r>
          </a:p>
          <a:p>
            <a:pPr lvl="1">
              <a:defRPr sz="1800"/>
            </a:pPr>
            <a:r>
              <a:t>✓ User-friendly interface for creators</a:t>
            </a:r>
          </a:p>
          <a:p>
            <a:pPr lvl="1">
              <a:defRPr sz="1800"/>
            </a:pPr>
            <a:r>
              <a:t>✓ Strong tamper-resistance mechanisms</a:t>
            </a:r>
          </a:p>
          <a:p>
            <a:pPr>
              <a:defRPr sz="2200" b="1">
                <a:solidFill>
                  <a:srgbClr val="4472C4"/>
                </a:solidFill>
              </a:defRPr>
            </a:pPr>
            <a:r>
              <a:t>Future Enhancements</a:t>
            </a:r>
          </a:p>
          <a:p>
            <a:pPr lvl="1">
              <a:defRPr sz="1800"/>
            </a:pPr>
            <a:r>
              <a:t>• Support for FBX, STL, and other 3D formats</a:t>
            </a:r>
          </a:p>
          <a:p>
            <a:pPr lvl="1">
              <a:defRPr sz="1800"/>
            </a:pPr>
            <a:r>
              <a:t>• Blockchain-based verification system</a:t>
            </a:r>
          </a:p>
          <a:p>
            <a:pPr lvl="1">
              <a:defRPr sz="1800"/>
            </a:pPr>
            <a:r>
              <a:t>• Cloud storage for artist profiles</a:t>
            </a:r>
          </a:p>
          <a:p>
            <a:pPr lvl="1">
              <a:defRPr sz="1800"/>
            </a:pPr>
            <a:r>
              <a:t>• Batch processing capabilities</a:t>
            </a:r>
          </a:p>
          <a:p>
            <a:pPr lvl="1">
              <a:defRPr sz="1800"/>
            </a:pPr>
            <a:r>
              <a:t>• Industry standardization efforts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343</Words>
  <Application>Microsoft Macintosh PowerPoint</Application>
  <PresentationFormat>On-screen Show (4:3)</PresentationFormat>
  <Paragraphs>77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Problem Statement</vt:lpstr>
      <vt:lpstr>Proposed Solution</vt:lpstr>
      <vt:lpstr>PowerPoint Presentation</vt:lpstr>
      <vt:lpstr>Key Features</vt:lpstr>
      <vt:lpstr>Technical Implementation</vt:lpstr>
      <vt:lpstr>Steganographic Algorithm</vt:lpstr>
      <vt:lpstr>Security Features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Mohammed Mudassir</cp:lastModifiedBy>
  <cp:revision>2</cp:revision>
  <dcterms:created xsi:type="dcterms:W3CDTF">2013-01-27T09:14:16Z</dcterms:created>
  <dcterms:modified xsi:type="dcterms:W3CDTF">2025-10-03T09:14:46Z</dcterms:modified>
  <cp:category/>
</cp:coreProperties>
</file>